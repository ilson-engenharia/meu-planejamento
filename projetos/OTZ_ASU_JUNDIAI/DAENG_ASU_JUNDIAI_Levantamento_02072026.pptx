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image" Target="../media/image40.jpg"/><Relationship Id="rId5" Type="http://schemas.openxmlformats.org/officeDocument/2006/relationships/image" Target="../media/image4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640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0" cy="82296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" y="10972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OTZ x MESSER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880360"/>
            <a:ext cx="121916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LEVANTAMENTO DE CAMPO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611880"/>
            <a:ext cx="12191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7C00"/>
                </a:solidFill>
              </a:rPr>
              <a:t>DAENG  —  ASU Jundiai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279392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DBDBD"/>
                </a:solidFill>
              </a:rPr>
              <a:t>02 de julho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074920"/>
            <a:ext cx="12191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E9E9E"/>
                </a:solidFill>
              </a:rPr>
              <a:t>Projeto ASU Jundiai (26001)  |  OTZ Engenharia x Messer Gases for Life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440680"/>
            <a:ext cx="12191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E9E9E"/>
                </a:solidFill>
              </a:rPr>
              <a:t>17 slides de locais levantados  |  Escopo: Macrodrenagem, Terraplanagem, Plantio de Grama, 5S  |  Responsavel pelos servicos: DAENG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373368"/>
            <a:ext cx="121916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CONFIDENCIAL — USO INTERNO  |  OTZ Engenharia  |  Gerenciamento ASU Jundiai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Juncao ASU x CDC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52303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23.1710S / 46.9501W     |     15:14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9600 Av. Pref. Luis Latorre, Setor Industrial, Jundiai/SP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Ponto de interligacao entre o Projeto ASU e o CDC (Centro de Distribuicao de Cilindro)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Desforma da Escada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Recolocacao da canaleta na perna da escada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Acabamento final da superficie da escada (nata de cimento)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Recomposicao do talude / recompactacao do solo proximo a Escada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Plantio de grama na regiao da Escada 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reorganizacao da area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Trabalho em altura: verificar cinto e linha de vida antes da desforma. Solo instavel ao redor da escada — isolar perimetro antes da execucao.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01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Canaleta — Escada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52303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23.1710S / 46.9501W     |     15:16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9600 Av. Pref. Luis Latorre, Setor Industrial, Jundiai/SP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Regiao adjacente ao Local 01 — ponto de juncao da canaleta com a Escada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Recomposicao do solo e compactacao na regiao da canaleta de interligacao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Corte da crista do talude para padronizacao da perna da calha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Plantio de grama da base ate a crista do talude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reorganizacao da area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Vala aberta sem sinalizacao — risco de queda. Peca de canaleta deslocada de forma instavel — reposicionar com seguranca antes de continuar.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02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Talude / Perna / Plato — Portaria Provisoria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52303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23.1706S / 46.9497W     |     15:34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9600 Av. Pref. Luis Latorre, Setor Industrial, Jundiai/SP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Talude / Perna / Plato em frente a Portaria Provisoria da obra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Recomposicao do talude / compactacao do plato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de grama no talude (trecho com lacunas de solo exposto)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Acerto do terreno superficial da perna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Acerto do terreno superficial do plato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Aterrar e compactar as laterais da canaleta da perna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Rejuntamento com argamassa mista (traco 1:3) nas canaletas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520439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1" y="354787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7" y="354787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Recolocacao da placa de obra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3785615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381304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4967" y="381304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do excedente de terra do plato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4050791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1" y="4078224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4967" y="4078224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reorganizacao da area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Mound de terra no plato obstrui visibilidade — sinalizar e remover com prioridade. Placa de obra tombada — verificar ancoragem antes de recolocar.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03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Area perimetral da Escada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52303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23.1703S / 46.9492W     |     15:51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2045 Rod. Dom Gabriel Paulino Bueno Couto, Chacara Terra Nova, Jundiai/SP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Area perimetral da Escada 2 — proximo a Portaria Provisoria da obra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Acerto e aterro no plato abaixo da berma (laterais da Escada 2) com compactacao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Rejuntamento (traco 1:3) na canaleta da berma + compactacao das laterais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Recomposicao do talude / recompactacao do solo em relacao ao plato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Nivelamento do plato — canaleta: aterro, compactacao e cimentacao (traco 1:3)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de grama em toda a regiao perimetral da Escada 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de grama nas laterais da escada e das canaletas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520439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1" y="354787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7" y="354787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do excedente de terra do plato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3785615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381304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4967" y="381304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das estacas de madeira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4050791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1" y="4078224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4967" y="4078224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reorganizacao da area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Solo solto nas laterais das canaletas — risco de colapso durante trabalho ativo. Estacas de madeira espalhadas na area de trabalho — risco de tropeco.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04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Talude em curva — Escada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2824398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3546774"/>
            <a:ext cx="2916936" cy="2341961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3546774"/>
            <a:ext cx="2916936" cy="234196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23.1703S / 46.9492W     |     15:57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9600 Av. Pref. Luis Latorre, Setor Industrial, Jundiai/SP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Talude em curva adjacente a Escada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das placas de grama deslocadas do talude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Recomposicao do solo e recompactacao do talude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de grama em todo o talude em curva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reorganizacao da area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Solo rachado na base do talude — avaliar drenagem antes do replantio. Geometria em curva concentra escoamento — considerar solucao de drenagem no pe do talude.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05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Superficie da perna — cota 691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3305555"/>
            <a:ext cx="5897880" cy="25831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23.1703S / 46.9492W     |     16:00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9600 Av. Pref. Luis Latorre, Setor Industrial, Jundiai/SP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Superficie da perna (berma) em toda a sua extensao — cota 691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 / 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de todo o solo excedente das atividades de macrodrenagem da perna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 / 5S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das sobras de canaleta e demais materiais residuais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Organizacao e limpeza geral da area da perna (cota 691)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Mangueirao corrugado sobre a perna sem suporte — risco de rolamento. Debris disperso em area de trafego — sinalizar antes de iniciar a remocao.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06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Talude do plato — frente a bacia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3305555"/>
            <a:ext cx="5897880" cy="25831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23.1702S / 46.9491W     |     16:06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9450-9600 Av. Pref. Luis Latorre, Setor Industrial, Jundiai/SP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Talude do plato em frente a bacia de contencao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de toda a grama no talude do plato em frente a bacia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do entulho das canaletas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de madeira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de grama excedente e limpeza geral da area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Pilha de grama enrolada sem estabilizacao — risco de rolamento. Solo exposto frente a bacia — risco de assoreamento em chuva; replantio prioritario.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07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Escada 3 — bacia de contencao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2916936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658368"/>
            <a:ext cx="2916936" cy="2583179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3305555"/>
            <a:ext cx="2916936" cy="2583179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3305555"/>
            <a:ext cx="2916936" cy="25831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23.1702S / 46.9483W     |     16:14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1680 Rua Emilio Antonon / 120 Rua Nancy Carlota Netto — Chacara Aeroporto, Jundiai/SP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Escada 3 — regiao da bacia de contencao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Desforma da Escada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Reaterro com compactacao das faces laterais da Escada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Nivelamento com aterro na parte frontal da escada em relacao a rua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Aplicacao de argamassa superficial de regularizacao da Escada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Recomposicao de grama nas areas adjacentes a Escada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remocao de entulho e residuos de concretagem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Desforma somente apos atingir resistencia minima do concreto. Valas laterais abertas — instalar cavaletes antes de liberar o entorno para a equipe.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08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Canaleta da berma — curva da bacia (Escada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3305555"/>
            <a:ext cx="5897880" cy="25831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23.1703S / 46.9483W     |     16:17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1680 Rua Emilio Antonon / 2067 Av. Pref. Luis Latorre — Chacara Aeroporto, Jundiai/SP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Canaleta de macrodrenagem da berma — curva da bacia, proximo a Escada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das canaletas da berma instaladas com problema de nivelamento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Nivelamento superficial da base da vala da berma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Acerto do nivel e compactacao da perna em relacao a canaleta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Reinstalacao das canaletas da berma com nivelamento correto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Impermeabilizacao interna das canaletas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Aplicacao de argamassa de regularizacao (traco 1:3) nas canaletas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44768" y="3520439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1" y="354787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44967" y="354787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remocao de entulho e residuos da vala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Vala aberta ao longo da curva sem barricada — instalar cavaletes antes dos servicos. Pecas de canaleta empilhadas na encosta sem calcas — risco de deslizamento.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09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Talude da bacia — curva (Escada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2824398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3546774"/>
            <a:ext cx="2916936" cy="2341961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3546774"/>
            <a:ext cx="2916936" cy="234196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23.1703S / 46.9483W     |     16:21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1680 Rua Emilio Antonon, Chacara Aeroporto, Jundiai/SP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Talude da bacia / berma — curva da bacia, proximo a Escada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das gramas mal instaladas e deslocadas do talude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Nivelamento e compactacao do solo do talude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de grama em todo o talude da curva da bacia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de lona e residuos do talude; limpeza geral da area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Blocos de grama levantados no talude — interditar ate inicio da remocao controlada. Solo exposto na face interna da bacia — risco de assoreamento em chuva.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10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Berma externa — acompanhamento da rua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2916936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658368"/>
            <a:ext cx="2916936" cy="2583179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3305555"/>
            <a:ext cx="2916936" cy="2583179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3305555"/>
            <a:ext cx="2916936" cy="25831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23.1702-1706S / 46.9479-9481W     |     16:25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982 Av. Antonieta Piva Barranqueiros / 120 R. Nancy Carlota Netto — Setor Industrial / Pq. Res. Eloy Chaves, Jundiai/SP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Berma externa de acompanhamento da rua — extensao total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Reaterro na face lateral da canaleta de 50cm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Recompactacao do solo nas laterais da canaleta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interna da canaleta (remocao de sedimento acumulado)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Aplicacao de argamassa de regularizacao (traco 1:3) nas juntas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Acerto no nivelamento da crista da perna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da grama sobre pontos de subsidencia e buracos na perna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3520439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354787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4967" y="354787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Recomposicao do solo e nivelamento nos pontos de buraco/cavidade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785615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1" y="381304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4967" y="381304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Compactacao do solo nos pontos recompostos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4050791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1" y="4078224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4967" y="4078224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de grama na perna e berma externa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4315968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9631" y="4343400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 / 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44967" y="4343400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do excedente de terra da berma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44768" y="458114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9631" y="4608576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44967" y="4608576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organizacao da area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Buraco/cavidade sob a grama expoe canaleta — risco de queda; interditar e sinalizar ate recomposicao. Berma adjacente a via publica — instalar sinalizacao de transito antes dos servicos.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11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11b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Berma externa — cont. (fotos adicionais)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2916936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658368"/>
            <a:ext cx="2916936" cy="2583179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3305555"/>
            <a:ext cx="2916936" cy="2583179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3305555"/>
            <a:ext cx="2916936" cy="25831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23.1702-1706S / 46.9479-9481W     |     16:29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982 Av. Antonieta Piva Barranqueiros / 120 R. Nancy Carlota Netto — Setor Industrial / Pq. Res. Eloy Chaves, Jundiai/SP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Berma externa de acompanhamento da rua — extensao total (continuacao)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Reaterro na face lateral da canaleta de 50cm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Recompactacao do solo nas laterais da canaleta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interna da canaleta (remocao de sedimento acumulado)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Aplicacao de argamassa de regularizacao (traco 1:3) nas juntas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Acerto no nivelamento da crista da perna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da grama sobre pontos de subsidencia e buracos na perna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3520439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354787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4967" y="354787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Recomposicao do solo e nivelamento nos pontos de buraco/cavidade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785615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1" y="381304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4967" y="381304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Compactacao do solo nos pontos recompostos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4050791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1" y="4078224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4967" y="4078224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de grama na perna e berma externa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4315968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9631" y="4343400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 / 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44967" y="4343400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do excedente de terra da berma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44768" y="458114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9631" y="4608576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44967" y="4608576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organizacao da area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Buraco/cavidade sob a grama expoe canaleta — risco de queda; interditar e sinalizar ate recomposicao. Berma adjacente a via publica — instalar sinalizacao de transito antes dos servicos.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11b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11c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Berma externa — cont. (fotos adicionais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2916936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658368"/>
            <a:ext cx="2916936" cy="2583179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3305555"/>
            <a:ext cx="2916936" cy="2583179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3305555"/>
            <a:ext cx="2916936" cy="25831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23.1702-1715S / 46.9481-9483W     |     16:30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120 R. Nancy Carlota Netto / 982 Av. Antonieta Piva Barranqueiros — Pq. Res. Eloy Chaves / Setor Industrial, Jundiai/SP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Berma externa de acompanhamento da rua — extensao total (continuacao 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Reaterro na face lateral da canaleta de 50cm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Recompactacao do solo nas laterais da canaleta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interna da canaleta (remocao de sedimento acumulado)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Aplicacao de argamassa de regularizacao (traco 1:3) nas juntas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Acerto no nivelamento da crista da perna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da grama sobre pontos de subsidencia e buracos na perna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3520439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354787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4967" y="354787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Recomposicao do solo e nivelamento nos pontos de buraco/cavidade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785615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1" y="381304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4967" y="381304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Compactacao do solo nos pontos recompostos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4050791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1" y="4078224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4967" y="4078224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de grama na perna e berma externa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4315968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9631" y="4343400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Macrodrenagem / 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44967" y="4343400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do excedente de terra da berma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44768" y="458114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9631" y="4608576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44967" y="4608576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organizacao da area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Extensao longa com problemas repetidos — presenca de inspetor Messer registrada no local as 16h30. Executar servicos por trecho para garantir controle de qualidade de cada secao.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11c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Transicao perna x plato — final do talude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3305555"/>
            <a:ext cx="5897880" cy="25831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23.1717S / 46.9482W     |     16:37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11010 Rod. Dom Gabriel Paulino Bueno Couto, Medeiros, Jundiai/SP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Extremidade do talude — ponto de transicao entre a perna e o plato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Corte do aterro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Nivelamento do solo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Compactacao do solo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Plantio de grama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de excedente de materiais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reorganizacao da area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Area de transicao talude-plato com fissuras — risco de escorregamento progressivo. Isolar e nao transitar com equipamentos pesados ate apos compactacao e estabilizacao.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12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Plato — Area de Tancagem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5897880" cy="2824398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3546774"/>
            <a:ext cx="2916936" cy="2341961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3546774"/>
            <a:ext cx="2916936" cy="234196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23.1718S / 46.9481-9482W     |     16:42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1680 Rua Emilio Antonon, Chacara Aeroporto, Jundiai/SP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Plato da area de tancagem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Aplicacao de agua com caminhao pipa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Nivelamento superficial da superficie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reorganizacao da area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Solo exposto em area extensa sem cobertura vegetal — alto risco de poeira e erosao por vento e chuva. Executar umidificacao e nivelamento em sequencia imediata; sinalizar os limites da area.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13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Talude do fundo da obra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2916936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658368"/>
            <a:ext cx="2916936" cy="2583179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3305555"/>
            <a:ext cx="2916936" cy="2583179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3305555"/>
            <a:ext cx="2916936" cy="25831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23.1721-1722S / 46.9480W     |     16:45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1680 Rua Emilio Antonon / 11010 Rod. Dom Gabriel Paulino Bueno Couto, Medeiros, Jundiai/SP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Talude do fundo da obra — face e pe do talude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Realinhamento da grama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Plantio de grama no pe do talude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2459736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1" y="2487168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7" y="2487168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de gramas mal instaladas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2724911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2752343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7" y="2752343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Nivelamento do solo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990087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3017519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Plantio de Grama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4967" y="3017519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Replantio das gramas mal instaladas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255263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9631" y="328269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7" y="328269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reorganizacao da area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Grama com instalacao irregular e falhas em toda a face do talude — risco de erosao superficial em chuva. Iniciar o replantio a partir do pe do talude para evitar arraste do solo.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14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6400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LOCAL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914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Plato — frente ao predio administrativo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2801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02/07/2026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58368"/>
            <a:ext cx="2916936" cy="2583179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658368"/>
            <a:ext cx="2916936" cy="2583179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3305555"/>
            <a:ext cx="2916936" cy="2583179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3305555"/>
            <a:ext cx="2916936" cy="25831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44768" y="658368"/>
            <a:ext cx="5937199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685800"/>
            <a:ext cx="57543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24242"/>
                </a:solidFill>
              </a:rPr>
              <a:t>GPS:  23.1721S / 46.9488W     |     16:51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969264"/>
            <a:ext cx="57543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57575"/>
                </a:solidFill>
              </a:rPr>
              <a:t>11010 Rod. Dom Gabriel Paulino Bueno Couto, Medeiros, Jundiai/SP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280160"/>
            <a:ext cx="575431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24242"/>
                </a:solidFill>
              </a:rPr>
              <a:t>Plato interno — area adjacente ao predio administrativo e tapume de tancagem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64208"/>
            <a:ext cx="5937199" cy="246888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7" y="1700784"/>
            <a:ext cx="575431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SERVICOS PENDENTES — DAENG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929384"/>
            <a:ext cx="5937199" cy="2560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1" y="1956815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Terraplanagem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7" y="1956815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Remocao de materiais espalhados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2194560"/>
            <a:ext cx="593719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2221991"/>
            <a:ext cx="15087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7C00"/>
                </a:solidFill>
              </a:rPr>
              <a:t>Geral / 5S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221991"/>
            <a:ext cx="4272991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24242"/>
                </a:solidFill>
              </a:rPr>
              <a:t>Limpeza geral e reorganizacao da area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5961888"/>
            <a:ext cx="347472" cy="8961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" y="6126479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053327"/>
            <a:ext cx="11658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E3400"/>
                </a:solidFill>
              </a:rPr>
              <a:t>SMS — SEGURANCA:  Materiais dispersos (madeiras, entulho) proximos ao tapume da area de tancagem — risco de acidente e obstrucao de passagem. Recolher e destinar antes do transito de equipamentos.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6568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57575"/>
                </a:solidFill>
              </a:rPr>
              <a:t>Local 15 /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82296"/>
            <a:ext cx="1219169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RESUMO — 15 AREAS / 17 SLIDES DE LOCAIS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304" y="694944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" y="694944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713232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950976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Juncao ASU x CDC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447544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6 serv. | 1 fotos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540751" y="694944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40751" y="694944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5615" y="713232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5615" y="950976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Canaleta — Escada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5615" y="2447544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4 serv. | 1 fotos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5199" y="694944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5199" y="694944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0063" y="713232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0063" y="950976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Talude / Perna / Plato — Portaria Provisoria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0063" y="2447544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9 serv. | 1 fotos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29647" y="694944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29647" y="694944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4511" y="713232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4511" y="950976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Area perimetral da Escada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4511" y="2447544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9 serv. | 1 fotos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24095" y="694944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24095" y="694944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78959" y="713232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78959" y="950976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Talude em curva — Escada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78959" y="2447544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4 serv. | 3 fotos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" y="2731008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6304" y="2731008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" y="2749296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" y="2987040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Superficie da perna — cota 691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" y="4483608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3 serv. | 2 fotos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40751" y="2731008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40751" y="2731008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95615" y="2749296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95615" y="2987040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Talude do plato — frente a bacia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95615" y="4483608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4 serv. | 2 fotos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5199" y="2731008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35199" y="2731008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90063" y="2749296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0063" y="2987040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Escada 3 — bacia de contencao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90063" y="4483608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6 serv. | 4 fotos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29647" y="2731008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29647" y="2731008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84511" y="2749296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84511" y="2987040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Canaleta da berma — curva da bacia (Escada 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84511" y="4483608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7 serv. | 2 fotos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24095" y="2731008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724095" y="2731008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78959" y="2749296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78959" y="2987040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Talude da bacia — curva (Escada 3)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8959" y="4483608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4 serv. | 3 fotos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6304" y="4767072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46304" y="4767072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1168" y="4785360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" y="5023104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Berma externa — acompanhamento da rua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1168" y="6519672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11 serv. | 4 fotos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40751" y="4767072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540751" y="4767072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95615" y="4785360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11b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95615" y="5023104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Berma externa — cont. (fotos adicionais)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95615" y="6519672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11 serv. | 4 fotos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35199" y="4767072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35199" y="4767072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90063" y="4785360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11c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90063" y="5023104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Berma externa — cont. (fotos adicionais 2)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90063" y="6519672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11 serv. | 4 fotos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29647" y="4767072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329647" y="4767072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511" y="4785360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84511" y="5023104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Transicao perna x plato — final do talude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84511" y="6519672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6 serv. | 2 fotos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724095" y="4767072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724095" y="4767072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78959" y="4785360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78959" y="5023104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Plato — Area de Tancagem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78959" y="6519672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3 serv. | 3 fotos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46304" y="6803136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6304" y="6803136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1168" y="6821424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1168" y="7059168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Talude do fundo da obra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1168" y="8555736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6 serv. | 4 fotos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540751" y="6803136"/>
            <a:ext cx="2321295" cy="1962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540751" y="6803136"/>
            <a:ext cx="2321295" cy="2286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595615" y="6821424"/>
            <a:ext cx="2229855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LOCAL 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595615" y="7059168"/>
            <a:ext cx="2229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Plato — frente ao predio administrativo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95615" y="8555736"/>
            <a:ext cx="22298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57575"/>
                </a:solidFill>
              </a:rPr>
              <a:t>2 serv. | 4 fotos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5F5F5"/>
                </a:solidFill>
              </a:rPr>
              <a:t>DAENG — Responsavel por todos os servicos listados  |  Projeto ASU Jundiai (26001)  |  OTZ Engenharia x Messer Gases for Life  |  02/07/2026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